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8420D4-A83F-457B-894A-2223C6F9DC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60F55-C58B-4B7C-897D-029743B798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559AEA3-91EE-40AB-A775-E9FA13AC8E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Stages Review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Signal-only synthesis from thesis chapters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20-slide pipeline from imaging to deployment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Clinical Problem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 pathology can evolve silently for 15 to 20 years.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Early identification is critical for intervention and trial enrollment.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 AD burden in 2025 is about 7.2 million and is projected at 13.8 million by 2060.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Neuroimaging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objective and non-invasive biomarkers.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Supports early diagnosis, staging, and longitudinal tracking.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Multimodal imaging with AI can exceed 95 percent accuracy in some cohorts.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MRI for AD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soft-tissue detail without ionizing radiation.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Hippocampal and entorhinal atrophy are strong progression markers.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Structural MRI helps separate AD from other dementias.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 and PET-CT Role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 is mainly used when MRI is contraindicated.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PET alone has weak anatomical localization; CT improves localization.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Integrated PET-CT improves workflow and clinical interpretation.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PET Biomarkers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Amyloid and tau PET visualize core AD pathology.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FDG-PET captures hypometabolism before overt symptoms.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Useful for prodromal detection and treatment monitoring.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Biomarker-Based Criteria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Diagnosis shifted from clinicopathological to clinicobiological criteria.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evidence includes CSF Abeta42 and tau, amyloid PET, or dominant mutation.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MRI and FDG-PET remain key for progression monitoring.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Datasets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ADNI, AIBL, and OASIS are major longitudinal resources.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cohorts include imaging, cognition, clinical variables, and genetics.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are essential for robust training, comparison, and reproducibility.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Intensity Normalization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MRI intensity values are not standardized across scanners.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Normalization reduces protocol and site variability.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improves registration, segmentation, and radiomics stability.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Denoising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Noise can degrade downstream model reliability.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Classical baselines include NLM and BM3D.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denoisers learn priors and can support synthesis workflows.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Extraction with VBM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VBM enables whole-brain voxelwise morphometry.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 atrophy often starts in medial temporal regions and then spreads.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VBM correlates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VBM helps stratify MCI conversion risk.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Classical Machine Learning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pipelines used manual feature extraction plus classifiers.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SVM and Random Forest performed strongly for AD versus controls.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Performance drops on subtle categories such as MCI converters.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Learning Classification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CNNs learn hierarchical features end to end.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2D designs are efficient, while 3D designs preserve full anatomy.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Multimodal MRI plus PET fusion improves prediction quality.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Hybrid and Emerging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Hybrid models combine CNN features with SVM or Random Forest classifiers.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GANs support augmentation and cross-modality synthesis.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Vision Transformers capture long-range spatial dependencies.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Metrics and Validation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 alone is misleading under class imbalance.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Report sensitivity, specificity, precision, recall, F1, AUC, and MCC.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subject-level validation with cross-validation or bootstrap.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Leakage and Imbalance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Slice-level splitting can leak subject identity into test sets.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Leakage can inflate reported accuracy by large margins.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 imbalance creates the accuracy paradox in clinical datasets.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Domain Shift and Shortcuts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Models trained on curated research data can fail on external clinical scans.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Scanner and protocol differences reduce generalization.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Models may learn preprocessing artifacts instead of disease biology.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 and Disease Uncertainty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Clinical labels can include mixed pathologies and label noise.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 has heterogeneous progression patterns across patients.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Binary AD versus control framing can miss biologically distinct subtypes.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Recent Advances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Multimodal fusion improves robustness and early-stage prediction.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Explainable AI methods include Grad-CAM, LIME, and SHAP.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Augmentation and transfer learning help mitigate data scarcity.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Research and Conclusion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Standardized benchmarks and protocol harmonization are required.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External validation and confounder control must become default practice.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Clinically deployable AI requires rigor, generalization, and trust.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2026-02-08T20:21:48Z</dcterms:created>
  <dc:creator/>
  <dc:description/>
  <dc:language>en-US</dc:language>
  <cp:lastModifiedBy/>
  <dcterms:modified xsi:type="dcterms:W3CDTF">2026-02-08T20:23:31Z</dcterms:modified>
  <cp:revision>2</cp:revision>
  <dc:subject/>
  <dc:title/>
</cp:coreProperties>
</file>